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04060"/>
                </a:solidFill>
              </a:defRPr>
            </a:pPr>
            <a:r>
              <a:t>Point Cloud Course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t>PointNet vs DGCNN | ModelNet40 &amp; ModelNet10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406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Two-stage workflow: Colab training + report &amp; presentation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Models: PointNet baseline, data augmentation, SE-attention, DGCNN comparison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Datasets: ModelNet40 main task and ModelNet10 cross-dataset test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Outputs: loss/accuracy curves, comparison figures, and best checkpoints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4060"/>
                </a:solidFill>
              </a:defRPr>
            </a:pPr>
            <a:r>
              <a:t>Training &amp; Experiment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Baseline: PointNet on ModelNet40 with standard HDF5 pipeline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Advanced: data augmentation + SE-block attention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Cross-dataset: evaluate robustness on ModelNet10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SOTA reference: DGCNN training for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4060"/>
                </a:solidFill>
              </a:defRPr>
            </a:pPr>
            <a:r>
              <a:t>ModelNet40 Curves (Baseline vs Advanced)</a:t>
            </a:r>
          </a:p>
        </p:txBody>
      </p:sp>
      <p:pic>
        <p:nvPicPr>
          <p:cNvPr id="3" name="Picture 2" descr="curve_compar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94960" cy="4149969"/>
          </a:xfrm>
          <a:prstGeom prst="rect">
            <a:avLst/>
          </a:prstGeom>
        </p:spPr>
      </p:pic>
      <p:pic>
        <p:nvPicPr>
          <p:cNvPr id="4" name="Picture 3" descr="curve_compare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394960" cy="41499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Loss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Accuracy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4060"/>
                </a:solidFill>
              </a:defRPr>
            </a:pPr>
            <a:r>
              <a:t>ModelNet10 Curves (Baseline vs Advanced)</a:t>
            </a:r>
          </a:p>
        </p:txBody>
      </p:sp>
      <p:pic>
        <p:nvPicPr>
          <p:cNvPr id="3" name="Picture 2" descr="curve_compare_modelnet10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94960" cy="4149969"/>
          </a:xfrm>
          <a:prstGeom prst="rect">
            <a:avLst/>
          </a:prstGeom>
        </p:spPr>
      </p:pic>
      <p:pic>
        <p:nvPicPr>
          <p:cNvPr id="4" name="Picture 3" descr="curve_compare_modelnet10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394960" cy="41499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Loss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Accuracy comparison</a:t>
            </a:r>
          </a:p>
        </p:txBody>
      </p:sp>
      <p:pic>
        <p:nvPicPr>
          <p:cNvPr id="7" name="Picture 6" descr="curve_compare_modelnet10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572000"/>
            <a:ext cx="5669280" cy="43609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1840" y="63093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Learning rate schedule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406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Curves visualize the effect of augmentation and attention on convergence.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ModelNet10 results highlight cross-dataset robustness and generalization.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Clean training logs and plots enable clear model comparisons.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